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68" r:id="rId4"/>
  </p:sldMasterIdLst>
  <p:sldIdLst>
    <p:sldId id="256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F71D9-DFBA-459C-A4E2-22CFE8C8EFD5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BE179-3D50-4604-B725-BE6FF87B1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946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F71D9-DFBA-459C-A4E2-22CFE8C8EFD5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BE179-3D50-4604-B725-BE6FF87B1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2175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F71D9-DFBA-459C-A4E2-22CFE8C8EFD5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BE179-3D50-4604-B725-BE6FF87B1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104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F71D9-DFBA-459C-A4E2-22CFE8C8EFD5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BE179-3D50-4604-B725-BE6FF87B1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9698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F71D9-DFBA-459C-A4E2-22CFE8C8EFD5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BE179-3D50-4604-B725-BE6FF87B1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8577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F71D9-DFBA-459C-A4E2-22CFE8C8EFD5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BE179-3D50-4604-B725-BE6FF87B1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3913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F71D9-DFBA-459C-A4E2-22CFE8C8EFD5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BE179-3D50-4604-B725-BE6FF87B1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1767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F71D9-DFBA-459C-A4E2-22CFE8C8EFD5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BE179-3D50-4604-B725-BE6FF87B1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359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F71D9-DFBA-459C-A4E2-22CFE8C8EFD5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BE179-3D50-4604-B725-BE6FF87B1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9049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F71D9-DFBA-459C-A4E2-22CFE8C8EFD5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BE179-3D50-4604-B725-BE6FF87B1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1578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F71D9-DFBA-459C-A4E2-22CFE8C8EFD5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BE179-3D50-4604-B725-BE6FF87B1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6041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">
    <p:bg>
      <p:bgPr>
        <a:solidFill>
          <a:schemeClr val="bg2"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0AD30B65-D9DC-054D-49C4-AE0D1ECCC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1981200"/>
            <a:ext cx="5893516" cy="2921253"/>
          </a:xfrm>
        </p:spPr>
        <p:txBody>
          <a:bodyPr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5" name="Subtitle 2">
            <a:extLst>
              <a:ext uri="{FF2B5EF4-FFF2-40B4-BE49-F238E27FC236}">
                <a16:creationId xmlns:a16="http://schemas.microsoft.com/office/drawing/2014/main" id="{CC0B5DB4-20B0-BFB3-1DE8-15B9B681E2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659" y="4902454"/>
            <a:ext cx="4898036" cy="1243513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lang="en-US" sz="1600" cap="none" baseline="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251847"/>
            <a:ext cx="325661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0790" y="6341919"/>
            <a:ext cx="1806461" cy="365125"/>
          </a:xfrm>
        </p:spPr>
        <p:txBody>
          <a:bodyPr/>
          <a:lstStyle>
            <a:lvl1pPr algn="l">
              <a:defRPr/>
            </a:lvl1pPr>
          </a:lstStyle>
          <a:p>
            <a:fld id="{ED0F71D9-DFBA-459C-A4E2-22CFE8C8EFD5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BE179-3D50-4604-B725-BE6FF87B1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76315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0F71D9-DFBA-459C-A4E2-22CFE8C8EFD5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3BE179-3D50-4604-B725-BE6FF87B1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884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9" r:id="rId1"/>
    <p:sldLayoutId id="2147483970" r:id="rId2"/>
    <p:sldLayoutId id="2147483971" r:id="rId3"/>
    <p:sldLayoutId id="2147483972" r:id="rId4"/>
    <p:sldLayoutId id="2147483973" r:id="rId5"/>
    <p:sldLayoutId id="2147483974" r:id="rId6"/>
    <p:sldLayoutId id="2147483975" r:id="rId7"/>
    <p:sldLayoutId id="2147483976" r:id="rId8"/>
    <p:sldLayoutId id="2147483977" r:id="rId9"/>
    <p:sldLayoutId id="2147483978" r:id="rId10"/>
    <p:sldLayoutId id="2147483979" r:id="rId11"/>
    <p:sldLayoutId id="214748398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 descr="Database outline">
            <a:extLst>
              <a:ext uri="{FF2B5EF4-FFF2-40B4-BE49-F238E27FC236}">
                <a16:creationId xmlns:a16="http://schemas.microsoft.com/office/drawing/2014/main" id="{64106C1B-ED15-6877-2461-0D6B3086AE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711939" y="4119514"/>
            <a:ext cx="794208" cy="794208"/>
          </a:xfrm>
          <a:prstGeom prst="rect">
            <a:avLst/>
          </a:prstGeom>
        </p:spPr>
      </p:pic>
      <p:pic>
        <p:nvPicPr>
          <p:cNvPr id="7" name="Graphic 6" descr="Laptop with solid fill">
            <a:extLst>
              <a:ext uri="{FF2B5EF4-FFF2-40B4-BE49-F238E27FC236}">
                <a16:creationId xmlns:a16="http://schemas.microsoft.com/office/drawing/2014/main" id="{419A18A4-6B90-018E-1BEE-2D1140627F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76734" y="1472545"/>
            <a:ext cx="696012" cy="696012"/>
          </a:xfrm>
          <a:prstGeom prst="rect">
            <a:avLst/>
          </a:prstGeom>
        </p:spPr>
      </p:pic>
      <p:pic>
        <p:nvPicPr>
          <p:cNvPr id="14" name="Graphic 13" descr="Laptop with solid fill">
            <a:extLst>
              <a:ext uri="{FF2B5EF4-FFF2-40B4-BE49-F238E27FC236}">
                <a16:creationId xmlns:a16="http://schemas.microsoft.com/office/drawing/2014/main" id="{2BAA7B55-3900-A257-07EA-4CCEC79FAB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35479" y="6083629"/>
            <a:ext cx="722721" cy="722721"/>
          </a:xfrm>
          <a:prstGeom prst="rect">
            <a:avLst/>
          </a:prstGeom>
        </p:spPr>
      </p:pic>
      <p:pic>
        <p:nvPicPr>
          <p:cNvPr id="16" name="Graphic 15" descr="Database outline">
            <a:extLst>
              <a:ext uri="{FF2B5EF4-FFF2-40B4-BE49-F238E27FC236}">
                <a16:creationId xmlns:a16="http://schemas.microsoft.com/office/drawing/2014/main" id="{68D203CD-E350-DF0F-12C5-6D454342335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92186" y="4119514"/>
            <a:ext cx="794208" cy="794208"/>
          </a:xfrm>
          <a:prstGeom prst="rect">
            <a:avLst/>
          </a:prstGeom>
        </p:spPr>
      </p:pic>
      <p:pic>
        <p:nvPicPr>
          <p:cNvPr id="18" name="Graphic 17" descr="Database outline">
            <a:extLst>
              <a:ext uri="{FF2B5EF4-FFF2-40B4-BE49-F238E27FC236}">
                <a16:creationId xmlns:a16="http://schemas.microsoft.com/office/drawing/2014/main" id="{9D493047-FEC4-31B0-3E69-F879A6B53F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3727" y="4119514"/>
            <a:ext cx="794208" cy="794208"/>
          </a:xfrm>
          <a:prstGeom prst="rect">
            <a:avLst/>
          </a:prstGeom>
        </p:spPr>
      </p:pic>
      <p:pic>
        <p:nvPicPr>
          <p:cNvPr id="22" name="Graphic 21" descr="Computer outline">
            <a:extLst>
              <a:ext uri="{FF2B5EF4-FFF2-40B4-BE49-F238E27FC236}">
                <a16:creationId xmlns:a16="http://schemas.microsoft.com/office/drawing/2014/main" id="{8C4056BE-2D5E-7B0B-9827-ABFD1680F15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234" y="4479697"/>
            <a:ext cx="722721" cy="722721"/>
          </a:xfrm>
          <a:prstGeom prst="rect">
            <a:avLst/>
          </a:prstGeom>
        </p:spPr>
      </p:pic>
      <p:pic>
        <p:nvPicPr>
          <p:cNvPr id="24" name="Graphic 23" descr="Computer outline">
            <a:extLst>
              <a:ext uri="{FF2B5EF4-FFF2-40B4-BE49-F238E27FC236}">
                <a16:creationId xmlns:a16="http://schemas.microsoft.com/office/drawing/2014/main" id="{B295F124-0DE8-22C1-FBC7-8F750F3E63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66227" y="5756636"/>
            <a:ext cx="722721" cy="722721"/>
          </a:xfrm>
          <a:prstGeom prst="rect">
            <a:avLst/>
          </a:prstGeom>
        </p:spPr>
      </p:pic>
      <p:pic>
        <p:nvPicPr>
          <p:cNvPr id="26" name="Graphic 25" descr="Computer outline">
            <a:extLst>
              <a:ext uri="{FF2B5EF4-FFF2-40B4-BE49-F238E27FC236}">
                <a16:creationId xmlns:a16="http://schemas.microsoft.com/office/drawing/2014/main" id="{59368A64-D557-9312-C315-842A7B5A2C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59656" y="5130934"/>
            <a:ext cx="722721" cy="722721"/>
          </a:xfrm>
          <a:prstGeom prst="rect">
            <a:avLst/>
          </a:prstGeom>
        </p:spPr>
      </p:pic>
      <p:pic>
        <p:nvPicPr>
          <p:cNvPr id="28" name="Graphic 27" descr="Computer outline">
            <a:extLst>
              <a:ext uri="{FF2B5EF4-FFF2-40B4-BE49-F238E27FC236}">
                <a16:creationId xmlns:a16="http://schemas.microsoft.com/office/drawing/2014/main" id="{16CC5857-5B60-C598-65D4-2548A70AC0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56759" y="4479697"/>
            <a:ext cx="651237" cy="651237"/>
          </a:xfrm>
          <a:prstGeom prst="rect">
            <a:avLst/>
          </a:prstGeom>
        </p:spPr>
      </p:pic>
      <p:pic>
        <p:nvPicPr>
          <p:cNvPr id="30" name="Graphic 29" descr="Computer outline">
            <a:extLst>
              <a:ext uri="{FF2B5EF4-FFF2-40B4-BE49-F238E27FC236}">
                <a16:creationId xmlns:a16="http://schemas.microsoft.com/office/drawing/2014/main" id="{7201D0EE-B85F-38B4-4BDF-BF35508B03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2798" y="5158428"/>
            <a:ext cx="722721" cy="722721"/>
          </a:xfrm>
          <a:prstGeom prst="rect">
            <a:avLst/>
          </a:prstGeom>
        </p:spPr>
      </p:pic>
      <p:pic>
        <p:nvPicPr>
          <p:cNvPr id="32" name="Graphic 31" descr="Phone Vibration with solid fill">
            <a:extLst>
              <a:ext uri="{FF2B5EF4-FFF2-40B4-BE49-F238E27FC236}">
                <a16:creationId xmlns:a16="http://schemas.microsoft.com/office/drawing/2014/main" id="{98072CDB-AAC8-B01F-59E5-356D0FFC9A5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34027" y="6215014"/>
            <a:ext cx="624526" cy="459950"/>
          </a:xfrm>
          <a:prstGeom prst="rect">
            <a:avLst/>
          </a:prstGeom>
        </p:spPr>
      </p:pic>
      <p:pic>
        <p:nvPicPr>
          <p:cNvPr id="34" name="Graphic 33" descr="Phone Vibration with solid fill">
            <a:extLst>
              <a:ext uri="{FF2B5EF4-FFF2-40B4-BE49-F238E27FC236}">
                <a16:creationId xmlns:a16="http://schemas.microsoft.com/office/drawing/2014/main" id="{2E5795B3-4812-999D-0D07-4C8A3AC4F6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64710" y="1366887"/>
            <a:ext cx="578963" cy="578963"/>
          </a:xfrm>
          <a:prstGeom prst="rect">
            <a:avLst/>
          </a:prstGeom>
        </p:spPr>
      </p:pic>
      <p:pic>
        <p:nvPicPr>
          <p:cNvPr id="38" name="Graphic 37" descr="Fax outline">
            <a:extLst>
              <a:ext uri="{FF2B5EF4-FFF2-40B4-BE49-F238E27FC236}">
                <a16:creationId xmlns:a16="http://schemas.microsoft.com/office/drawing/2014/main" id="{5A8D0E6E-911A-C5A1-E5FB-3C0A774280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71676" y="4217710"/>
            <a:ext cx="756107" cy="756107"/>
          </a:xfrm>
          <a:prstGeom prst="rect">
            <a:avLst/>
          </a:prstGeom>
        </p:spPr>
      </p:pic>
      <p:pic>
        <p:nvPicPr>
          <p:cNvPr id="44" name="Graphic 43" descr="DVD player outline">
            <a:extLst>
              <a:ext uri="{FF2B5EF4-FFF2-40B4-BE49-F238E27FC236}">
                <a16:creationId xmlns:a16="http://schemas.microsoft.com/office/drawing/2014/main" id="{A47FF3F3-CE3D-82F4-D58E-5A9F0581B8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56673" y="2514600"/>
            <a:ext cx="914400" cy="914400"/>
          </a:xfrm>
          <a:prstGeom prst="rect">
            <a:avLst/>
          </a:prstGeom>
        </p:spPr>
      </p:pic>
      <p:pic>
        <p:nvPicPr>
          <p:cNvPr id="46" name="Graphic 45" descr="DVD player with solid fill">
            <a:extLst>
              <a:ext uri="{FF2B5EF4-FFF2-40B4-BE49-F238E27FC236}">
                <a16:creationId xmlns:a16="http://schemas.microsoft.com/office/drawing/2014/main" id="{0D1DF6A7-A98A-3F8F-513A-484D08586B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004847" y="2328421"/>
            <a:ext cx="914400" cy="914400"/>
          </a:xfrm>
          <a:prstGeom prst="rect">
            <a:avLst/>
          </a:prstGeom>
        </p:spPr>
      </p:pic>
      <p:pic>
        <p:nvPicPr>
          <p:cNvPr id="48" name="Graphic 47" descr="DVD player outline">
            <a:extLst>
              <a:ext uri="{FF2B5EF4-FFF2-40B4-BE49-F238E27FC236}">
                <a16:creationId xmlns:a16="http://schemas.microsoft.com/office/drawing/2014/main" id="{7C867439-BBB7-B4EC-8BE9-0CE7FCD7D5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972746" y="2359058"/>
            <a:ext cx="914400" cy="914400"/>
          </a:xfrm>
          <a:prstGeom prst="rect">
            <a:avLst/>
          </a:prstGeom>
        </p:spPr>
      </p:pic>
      <p:pic>
        <p:nvPicPr>
          <p:cNvPr id="50" name="Graphic 49" descr="Wireless router outline">
            <a:extLst>
              <a:ext uri="{FF2B5EF4-FFF2-40B4-BE49-F238E27FC236}">
                <a16:creationId xmlns:a16="http://schemas.microsoft.com/office/drawing/2014/main" id="{A3C00C6B-30C2-590C-D2BC-64E4F6A58F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12430" y="219173"/>
            <a:ext cx="914400" cy="914400"/>
          </a:xfrm>
          <a:prstGeom prst="rect">
            <a:avLst/>
          </a:prstGeom>
        </p:spPr>
      </p:pic>
      <p:pic>
        <p:nvPicPr>
          <p:cNvPr id="54" name="Graphic 53" descr="Wireless router outline">
            <a:extLst>
              <a:ext uri="{FF2B5EF4-FFF2-40B4-BE49-F238E27FC236}">
                <a16:creationId xmlns:a16="http://schemas.microsoft.com/office/drawing/2014/main" id="{BB6262FB-47E5-92AD-6876-BE3829EAE8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516931" y="4646337"/>
            <a:ext cx="914400" cy="914400"/>
          </a:xfrm>
          <a:prstGeom prst="rect">
            <a:avLst/>
          </a:prstGeom>
        </p:spPr>
      </p:pic>
      <p:pic>
        <p:nvPicPr>
          <p:cNvPr id="56" name="Graphic 55" descr="Internet Of Things outline">
            <a:extLst>
              <a:ext uri="{FF2B5EF4-FFF2-40B4-BE49-F238E27FC236}">
                <a16:creationId xmlns:a16="http://schemas.microsoft.com/office/drawing/2014/main" id="{A1B9118A-4F34-2626-9EA4-3961F437A1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970182" y="893484"/>
            <a:ext cx="914400" cy="914400"/>
          </a:xfrm>
          <a:prstGeom prst="rect">
            <a:avLst/>
          </a:prstGeom>
        </p:spPr>
      </p:pic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92A43DC4-1DB1-D0E7-C7A1-9FF5619C17C0}"/>
              </a:ext>
            </a:extLst>
          </p:cNvPr>
          <p:cNvCxnSpPr>
            <a:cxnSpLocks/>
          </p:cNvCxnSpPr>
          <p:nvPr/>
        </p:nvCxnSpPr>
        <p:spPr>
          <a:xfrm flipH="1">
            <a:off x="293981" y="3273458"/>
            <a:ext cx="1201538" cy="132682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150ADBCB-9B58-F1B5-98B7-61C2FC4C7BDB}"/>
              </a:ext>
            </a:extLst>
          </p:cNvPr>
          <p:cNvCxnSpPr>
            <a:cxnSpLocks/>
          </p:cNvCxnSpPr>
          <p:nvPr/>
        </p:nvCxnSpPr>
        <p:spPr>
          <a:xfrm flipH="1">
            <a:off x="1475674" y="3355942"/>
            <a:ext cx="287138" cy="184647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150639CF-B584-7CCC-C74E-A93297E49978}"/>
              </a:ext>
            </a:extLst>
          </p:cNvPr>
          <p:cNvCxnSpPr>
            <a:cxnSpLocks/>
          </p:cNvCxnSpPr>
          <p:nvPr/>
        </p:nvCxnSpPr>
        <p:spPr>
          <a:xfrm>
            <a:off x="2104034" y="3242821"/>
            <a:ext cx="1872320" cy="133742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412147E1-CB48-2C25-FD4B-0B76594D4AB8}"/>
              </a:ext>
            </a:extLst>
          </p:cNvPr>
          <p:cNvCxnSpPr>
            <a:cxnSpLocks/>
          </p:cNvCxnSpPr>
          <p:nvPr/>
        </p:nvCxnSpPr>
        <p:spPr>
          <a:xfrm>
            <a:off x="1888396" y="3355942"/>
            <a:ext cx="1591874" cy="188713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E8F26D78-8CEE-C5CC-B436-46458DEA559B}"/>
              </a:ext>
            </a:extLst>
          </p:cNvPr>
          <p:cNvCxnSpPr>
            <a:cxnSpLocks/>
          </p:cNvCxnSpPr>
          <p:nvPr/>
        </p:nvCxnSpPr>
        <p:spPr>
          <a:xfrm>
            <a:off x="1856106" y="3528176"/>
            <a:ext cx="713399" cy="224456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0F813229-2B30-222D-AF63-03E4C11E20CE}"/>
              </a:ext>
            </a:extLst>
          </p:cNvPr>
          <p:cNvCxnSpPr>
            <a:cxnSpLocks/>
          </p:cNvCxnSpPr>
          <p:nvPr/>
        </p:nvCxnSpPr>
        <p:spPr>
          <a:xfrm>
            <a:off x="5427382" y="1818440"/>
            <a:ext cx="16371" cy="69616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DD3226D2-CFC0-B791-C8CA-F1C048A8A11B}"/>
              </a:ext>
            </a:extLst>
          </p:cNvPr>
          <p:cNvCxnSpPr>
            <a:cxnSpLocks/>
          </p:cNvCxnSpPr>
          <p:nvPr/>
        </p:nvCxnSpPr>
        <p:spPr>
          <a:xfrm flipV="1">
            <a:off x="2287690" y="2785621"/>
            <a:ext cx="2685192" cy="22899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A96F725A-405A-5820-4FD9-47E8C7A8DB68}"/>
              </a:ext>
            </a:extLst>
          </p:cNvPr>
          <p:cNvCxnSpPr>
            <a:cxnSpLocks/>
          </p:cNvCxnSpPr>
          <p:nvPr/>
        </p:nvCxnSpPr>
        <p:spPr>
          <a:xfrm>
            <a:off x="9972772" y="1160873"/>
            <a:ext cx="898904" cy="31167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131812DA-C9D9-A7A4-45FC-5977B7196A58}"/>
              </a:ext>
            </a:extLst>
          </p:cNvPr>
          <p:cNvCxnSpPr>
            <a:cxnSpLocks/>
          </p:cNvCxnSpPr>
          <p:nvPr/>
        </p:nvCxnSpPr>
        <p:spPr>
          <a:xfrm flipV="1">
            <a:off x="9199174" y="1144472"/>
            <a:ext cx="546369" cy="65614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07559AE6-5899-8FF7-6CE1-EC76F19E3488}"/>
              </a:ext>
            </a:extLst>
          </p:cNvPr>
          <p:cNvCxnSpPr>
            <a:cxnSpLocks/>
          </p:cNvCxnSpPr>
          <p:nvPr/>
        </p:nvCxnSpPr>
        <p:spPr>
          <a:xfrm flipH="1">
            <a:off x="5806186" y="758071"/>
            <a:ext cx="3818767" cy="181741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57DC791F-BE4C-5D23-9CB2-1FA0B5ACA247}"/>
              </a:ext>
            </a:extLst>
          </p:cNvPr>
          <p:cNvCxnSpPr>
            <a:cxnSpLocks/>
          </p:cNvCxnSpPr>
          <p:nvPr/>
        </p:nvCxnSpPr>
        <p:spPr>
          <a:xfrm>
            <a:off x="5935864" y="2785621"/>
            <a:ext cx="2925332" cy="6372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848CDDC9-81A7-342B-EDCE-42AC3A5CA48F}"/>
              </a:ext>
            </a:extLst>
          </p:cNvPr>
          <p:cNvCxnSpPr>
            <a:cxnSpLocks/>
          </p:cNvCxnSpPr>
          <p:nvPr/>
        </p:nvCxnSpPr>
        <p:spPr>
          <a:xfrm>
            <a:off x="6071053" y="5626429"/>
            <a:ext cx="360278" cy="39258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4EC0DD8C-0548-3D8A-C0E9-6BEC7659EA3C}"/>
              </a:ext>
            </a:extLst>
          </p:cNvPr>
          <p:cNvCxnSpPr>
            <a:cxnSpLocks/>
          </p:cNvCxnSpPr>
          <p:nvPr/>
        </p:nvCxnSpPr>
        <p:spPr>
          <a:xfrm flipH="1">
            <a:off x="5516931" y="5581850"/>
            <a:ext cx="328418" cy="43716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DDB0308D-BB0E-6A38-CF68-A5E9127BB891}"/>
              </a:ext>
            </a:extLst>
          </p:cNvPr>
          <p:cNvCxnSpPr>
            <a:cxnSpLocks/>
          </p:cNvCxnSpPr>
          <p:nvPr/>
        </p:nvCxnSpPr>
        <p:spPr>
          <a:xfrm flipH="1">
            <a:off x="9100794" y="3050751"/>
            <a:ext cx="265151" cy="106876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C06E93C3-3B3E-A46A-84AA-B4F53338E658}"/>
              </a:ext>
            </a:extLst>
          </p:cNvPr>
          <p:cNvCxnSpPr>
            <a:cxnSpLocks/>
            <a:endCxn id="18" idx="0"/>
          </p:cNvCxnSpPr>
          <p:nvPr/>
        </p:nvCxnSpPr>
        <p:spPr>
          <a:xfrm>
            <a:off x="9624953" y="3014613"/>
            <a:ext cx="605878" cy="110490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7CF48DD5-AFB9-0EEF-CEE2-CFBF371B1045}"/>
              </a:ext>
            </a:extLst>
          </p:cNvPr>
          <p:cNvCxnSpPr>
            <a:cxnSpLocks/>
          </p:cNvCxnSpPr>
          <p:nvPr/>
        </p:nvCxnSpPr>
        <p:spPr>
          <a:xfrm>
            <a:off x="5676508" y="3273458"/>
            <a:ext cx="259356" cy="135176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D78D0B90-D7A1-E566-3375-8A33B1A905A4}"/>
              </a:ext>
            </a:extLst>
          </p:cNvPr>
          <p:cNvCxnSpPr>
            <a:cxnSpLocks/>
          </p:cNvCxnSpPr>
          <p:nvPr/>
        </p:nvCxnSpPr>
        <p:spPr>
          <a:xfrm flipV="1">
            <a:off x="8001911" y="3014613"/>
            <a:ext cx="1130931" cy="111432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B5F52163-CEAC-BCD3-C7B7-BD6DE62A955B}"/>
              </a:ext>
            </a:extLst>
          </p:cNvPr>
          <p:cNvCxnSpPr>
            <a:cxnSpLocks/>
          </p:cNvCxnSpPr>
          <p:nvPr/>
        </p:nvCxnSpPr>
        <p:spPr>
          <a:xfrm>
            <a:off x="9887146" y="3050751"/>
            <a:ext cx="1187407" cy="116695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TextBox 134">
            <a:extLst>
              <a:ext uri="{FF2B5EF4-FFF2-40B4-BE49-F238E27FC236}">
                <a16:creationId xmlns:a16="http://schemas.microsoft.com/office/drawing/2014/main" id="{F29E5ED5-AD62-99E3-564A-5D9C46DAADD8}"/>
              </a:ext>
            </a:extLst>
          </p:cNvPr>
          <p:cNvSpPr txBox="1"/>
          <p:nvPr/>
        </p:nvSpPr>
        <p:spPr>
          <a:xfrm>
            <a:off x="3891202" y="354019"/>
            <a:ext cx="27503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EXTENDED STAR TOPOLPGY</a:t>
            </a:r>
            <a:endParaRPr lang="en-US" dirty="0"/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22CA18BE-2D5B-E435-6366-2019B7EC07C0}"/>
              </a:ext>
            </a:extLst>
          </p:cNvPr>
          <p:cNvSpPr txBox="1"/>
          <p:nvPr/>
        </p:nvSpPr>
        <p:spPr>
          <a:xfrm>
            <a:off x="6221364" y="4929959"/>
            <a:ext cx="21998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ACCESS POINT GUEST</a:t>
            </a:r>
            <a:endParaRPr lang="en-US" dirty="0"/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4A6FFAED-825F-F494-291A-39B2211E6EB7}"/>
              </a:ext>
            </a:extLst>
          </p:cNvPr>
          <p:cNvSpPr txBox="1"/>
          <p:nvPr/>
        </p:nvSpPr>
        <p:spPr>
          <a:xfrm>
            <a:off x="5758200" y="1058257"/>
            <a:ext cx="1335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ROUTER</a:t>
            </a:r>
            <a:endParaRPr lang="en-US" dirty="0"/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3344C106-4CE3-96A0-5FF6-C4BE10A2D027}"/>
              </a:ext>
            </a:extLst>
          </p:cNvPr>
          <p:cNvSpPr txBox="1"/>
          <p:nvPr/>
        </p:nvSpPr>
        <p:spPr>
          <a:xfrm>
            <a:off x="4235362" y="2952516"/>
            <a:ext cx="21385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MULTILAYER SWITCH</a:t>
            </a:r>
            <a:endParaRPr lang="en-US" dirty="0"/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86C79FBE-C278-BC5C-6364-2FA149B86BF2}"/>
              </a:ext>
            </a:extLst>
          </p:cNvPr>
          <p:cNvSpPr txBox="1"/>
          <p:nvPr/>
        </p:nvSpPr>
        <p:spPr>
          <a:xfrm>
            <a:off x="1117448" y="1753302"/>
            <a:ext cx="16193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SWITCH</a:t>
            </a:r>
            <a:endParaRPr lang="en-US" dirty="0"/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424DB323-8E3A-2883-B710-35C13532009D}"/>
              </a:ext>
            </a:extLst>
          </p:cNvPr>
          <p:cNvSpPr txBox="1"/>
          <p:nvPr/>
        </p:nvSpPr>
        <p:spPr>
          <a:xfrm>
            <a:off x="10048973" y="2771480"/>
            <a:ext cx="9268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SWITCH</a:t>
            </a:r>
            <a:endParaRPr lang="en-US" dirty="0"/>
          </a:p>
          <a:p>
            <a:r>
              <a:rPr lang="en-US" dirty="0" err="1"/>
              <a:t>Vlan</a:t>
            </a:r>
            <a:r>
              <a:rPr lang="en-US" dirty="0"/>
              <a:t> 30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298EE71E-E7BB-7C87-3529-8FC762FDDF19}"/>
              </a:ext>
            </a:extLst>
          </p:cNvPr>
          <p:cNvSpPr txBox="1"/>
          <p:nvPr/>
        </p:nvSpPr>
        <p:spPr>
          <a:xfrm>
            <a:off x="10176184" y="198870"/>
            <a:ext cx="20703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ACCESSPOINT STAFF</a:t>
            </a:r>
            <a:endParaRPr lang="en-US" dirty="0"/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F689F046-95C7-A2E7-EF4A-724D6302B43A}"/>
              </a:ext>
            </a:extLst>
          </p:cNvPr>
          <p:cNvSpPr txBox="1"/>
          <p:nvPr/>
        </p:nvSpPr>
        <p:spPr>
          <a:xfrm>
            <a:off x="9199174" y="5052767"/>
            <a:ext cx="11680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SERVER</a:t>
            </a:r>
            <a:endParaRPr lang="en-US" dirty="0"/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B140F962-253E-A116-E70E-DBE09704E9FF}"/>
              </a:ext>
            </a:extLst>
          </p:cNvPr>
          <p:cNvSpPr txBox="1"/>
          <p:nvPr/>
        </p:nvSpPr>
        <p:spPr>
          <a:xfrm>
            <a:off x="11379241" y="3922488"/>
            <a:ext cx="9845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PRINTER</a:t>
            </a:r>
            <a:endParaRPr lang="en-US" dirty="0"/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C3598AF5-A0ED-EB9F-569D-6FABD71402BE}"/>
              </a:ext>
            </a:extLst>
          </p:cNvPr>
          <p:cNvSpPr txBox="1"/>
          <p:nvPr/>
        </p:nvSpPr>
        <p:spPr>
          <a:xfrm>
            <a:off x="4292729" y="6305632"/>
            <a:ext cx="9096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LAPTOP</a:t>
            </a:r>
            <a:endParaRPr lang="en-US" dirty="0"/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5BAF4A3E-252F-B6F9-A8A5-9546C600403A}"/>
              </a:ext>
            </a:extLst>
          </p:cNvPr>
          <p:cNvSpPr txBox="1"/>
          <p:nvPr/>
        </p:nvSpPr>
        <p:spPr>
          <a:xfrm>
            <a:off x="8936610" y="2262433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2A29C124-AA65-56E5-9998-DB3D8A5F2D55}"/>
              </a:ext>
            </a:extLst>
          </p:cNvPr>
          <p:cNvSpPr txBox="1"/>
          <p:nvPr/>
        </p:nvSpPr>
        <p:spPr>
          <a:xfrm>
            <a:off x="3096371" y="3146223"/>
            <a:ext cx="620283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                </a:t>
            </a:r>
            <a:r>
              <a:rPr lang="en-GB" sz="1800" dirty="0"/>
              <a:t>        SVI VLAN 99</a:t>
            </a:r>
          </a:p>
          <a:p>
            <a:r>
              <a:rPr lang="en-GB" dirty="0"/>
              <a:t>                       </a:t>
            </a:r>
            <a:r>
              <a:rPr lang="en-GB" sz="1800" dirty="0"/>
              <a:t> </a:t>
            </a:r>
            <a:r>
              <a:rPr lang="en-US" dirty="0"/>
              <a:t>172.30.62.129</a:t>
            </a:r>
          </a:p>
          <a:p>
            <a:r>
              <a:rPr lang="en-US" dirty="0"/>
              <a:t>                        GUEST GATEWAY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AD25C2B2-31C7-B2A0-8C46-62D7CCC0E309}"/>
              </a:ext>
            </a:extLst>
          </p:cNvPr>
          <p:cNvSpPr txBox="1"/>
          <p:nvPr/>
        </p:nvSpPr>
        <p:spPr>
          <a:xfrm>
            <a:off x="9096866" y="1659118"/>
            <a:ext cx="14109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LAPTOP</a:t>
            </a:r>
            <a:endParaRPr lang="en-US" dirty="0"/>
          </a:p>
          <a:p>
            <a:r>
              <a:rPr lang="en-US" dirty="0"/>
              <a:t>172.30.62.20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31CC84D4-56AC-0494-76DF-CE2CA702AF3F}"/>
              </a:ext>
            </a:extLst>
          </p:cNvPr>
          <p:cNvSpPr txBox="1"/>
          <p:nvPr/>
        </p:nvSpPr>
        <p:spPr>
          <a:xfrm>
            <a:off x="11236751" y="1998482"/>
            <a:ext cx="861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PHONE</a:t>
            </a:r>
            <a:endParaRPr lang="en-US" dirty="0"/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3FE85437-D58F-C6E4-4C34-7B88F316E2E7}"/>
              </a:ext>
            </a:extLst>
          </p:cNvPr>
          <p:cNvSpPr txBox="1"/>
          <p:nvPr/>
        </p:nvSpPr>
        <p:spPr>
          <a:xfrm>
            <a:off x="7126664" y="6381946"/>
            <a:ext cx="861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PHONE</a:t>
            </a:r>
            <a:endParaRPr lang="en-US" dirty="0"/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FE7B61D4-A938-526D-B70F-B4D5AB30BC2B}"/>
              </a:ext>
            </a:extLst>
          </p:cNvPr>
          <p:cNvSpPr txBox="1"/>
          <p:nvPr/>
        </p:nvSpPr>
        <p:spPr>
          <a:xfrm>
            <a:off x="1222513" y="2236304"/>
            <a:ext cx="12977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Vlan20 staff</a:t>
            </a:r>
            <a:endParaRPr lang="en-US" dirty="0"/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58E61AEC-59C4-ED1D-6845-65C2E898E1E3}"/>
              </a:ext>
            </a:extLst>
          </p:cNvPr>
          <p:cNvSpPr txBox="1"/>
          <p:nvPr/>
        </p:nvSpPr>
        <p:spPr>
          <a:xfrm>
            <a:off x="7404257" y="6100810"/>
            <a:ext cx="1625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172.30.63.11</a:t>
            </a: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15F5DA54-86F7-16CB-F730-CF8335629ABF}"/>
              </a:ext>
            </a:extLst>
          </p:cNvPr>
          <p:cNvSpPr txBox="1"/>
          <p:nvPr/>
        </p:nvSpPr>
        <p:spPr>
          <a:xfrm>
            <a:off x="4760843" y="5953539"/>
            <a:ext cx="1410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172.30.63.10</a:t>
            </a: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6756E8C8-51F4-F061-98CC-E7145003A53D}"/>
              </a:ext>
            </a:extLst>
          </p:cNvPr>
          <p:cNvSpPr txBox="1"/>
          <p:nvPr/>
        </p:nvSpPr>
        <p:spPr>
          <a:xfrm>
            <a:off x="6380922" y="5456583"/>
            <a:ext cx="888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Vlan99 </a:t>
            </a:r>
            <a:endParaRPr lang="en-US" dirty="0"/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10C0BABC-FF67-BAAD-D6E7-7DC834EDEC71}"/>
              </a:ext>
            </a:extLst>
          </p:cNvPr>
          <p:cNvSpPr txBox="1"/>
          <p:nvPr/>
        </p:nvSpPr>
        <p:spPr>
          <a:xfrm>
            <a:off x="7871791" y="3747052"/>
            <a:ext cx="1527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172.30.62.140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35C3F7A3-1A44-D4B4-E14A-1369AE317CCB}"/>
              </a:ext>
            </a:extLst>
          </p:cNvPr>
          <p:cNvSpPr txBox="1"/>
          <p:nvPr/>
        </p:nvSpPr>
        <p:spPr>
          <a:xfrm>
            <a:off x="8825948" y="4899991"/>
            <a:ext cx="1527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172.30.62.141</a:t>
            </a: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FCAF272F-40E5-4144-2C76-8AB73E6603D0}"/>
              </a:ext>
            </a:extLst>
          </p:cNvPr>
          <p:cNvSpPr txBox="1"/>
          <p:nvPr/>
        </p:nvSpPr>
        <p:spPr>
          <a:xfrm>
            <a:off x="9839739" y="3747052"/>
            <a:ext cx="1527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172.30.62.142</a:t>
            </a: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74777E94-09C8-4E77-A9BB-FAE1D9BD9325}"/>
              </a:ext>
            </a:extLst>
          </p:cNvPr>
          <p:cNvSpPr txBox="1"/>
          <p:nvPr/>
        </p:nvSpPr>
        <p:spPr>
          <a:xfrm>
            <a:off x="11211339" y="4979504"/>
            <a:ext cx="1527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172.30.62.143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E16EDA91-E0C7-30BF-03FE-C7DB5834A6D6}"/>
              </a:ext>
            </a:extLst>
          </p:cNvPr>
          <p:cNvSpPr txBox="1"/>
          <p:nvPr/>
        </p:nvSpPr>
        <p:spPr>
          <a:xfrm>
            <a:off x="10654059" y="1034233"/>
            <a:ext cx="1908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172.30.62.21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10730DC0-D94E-9A1D-E476-F13EE9729C9B}"/>
              </a:ext>
            </a:extLst>
          </p:cNvPr>
          <p:cNvSpPr txBox="1"/>
          <p:nvPr/>
        </p:nvSpPr>
        <p:spPr>
          <a:xfrm>
            <a:off x="3207336" y="2359059"/>
            <a:ext cx="15332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SVI VLAN 20</a:t>
            </a:r>
          </a:p>
          <a:p>
            <a:r>
              <a:rPr lang="en-US" dirty="0"/>
              <a:t>172.30.62.1/25</a:t>
            </a: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F1C60848-BAB4-1E60-7524-150659B1BC1F}"/>
              </a:ext>
            </a:extLst>
          </p:cNvPr>
          <p:cNvSpPr txBox="1"/>
          <p:nvPr/>
        </p:nvSpPr>
        <p:spPr>
          <a:xfrm>
            <a:off x="6231835" y="2574235"/>
            <a:ext cx="185454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SVI VLAN 30 </a:t>
            </a:r>
          </a:p>
          <a:p>
            <a:r>
              <a:rPr lang="en-US" dirty="0"/>
              <a:t>172.30.62.1/25</a:t>
            </a:r>
          </a:p>
          <a:p>
            <a:r>
              <a:rPr lang="en-US" dirty="0"/>
              <a:t>SERVER GATEWAY</a:t>
            </a: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27E1C40B-7EB7-8123-4DE0-AD566F98F136}"/>
              </a:ext>
            </a:extLst>
          </p:cNvPr>
          <p:cNvSpPr txBox="1"/>
          <p:nvPr/>
        </p:nvSpPr>
        <p:spPr>
          <a:xfrm>
            <a:off x="4740965" y="1838739"/>
            <a:ext cx="2625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WAN INTERFACE- ROUTER</a:t>
            </a:r>
            <a:endParaRPr lang="en-US" dirty="0"/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5A50C91C-BC79-EBCD-5E19-C69FFE805146}"/>
              </a:ext>
            </a:extLst>
          </p:cNvPr>
          <p:cNvSpPr txBox="1"/>
          <p:nvPr/>
        </p:nvSpPr>
        <p:spPr>
          <a:xfrm>
            <a:off x="496957" y="3965713"/>
            <a:ext cx="1410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172.30.62.10</a:t>
            </a: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7A73933B-9D04-F61B-4EC3-162E963E4297}"/>
              </a:ext>
            </a:extLst>
          </p:cNvPr>
          <p:cNvSpPr txBox="1"/>
          <p:nvPr/>
        </p:nvSpPr>
        <p:spPr>
          <a:xfrm>
            <a:off x="3110948" y="4353339"/>
            <a:ext cx="1410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12.730.62.14</a:t>
            </a: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540087DE-A72A-9693-E3B8-E44A6FFF56E7}"/>
              </a:ext>
            </a:extLst>
          </p:cNvPr>
          <p:cNvSpPr txBox="1"/>
          <p:nvPr/>
        </p:nvSpPr>
        <p:spPr>
          <a:xfrm>
            <a:off x="293981" y="5883965"/>
            <a:ext cx="24449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VLAN 20 ALL PCS</a:t>
            </a:r>
          </a:p>
          <a:p>
            <a:r>
              <a:rPr lang="en-GB" dirty="0"/>
              <a:t>MASK 225.225.225.128</a:t>
            </a:r>
            <a:endParaRPr lang="en-US" dirty="0"/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62B61EE3-3538-9C33-1CE1-DC97A0B83DAF}"/>
              </a:ext>
            </a:extLst>
          </p:cNvPr>
          <p:cNvSpPr txBox="1"/>
          <p:nvPr/>
        </p:nvSpPr>
        <p:spPr>
          <a:xfrm>
            <a:off x="1103243" y="4860235"/>
            <a:ext cx="1410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172.30.62.11</a:t>
            </a:r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A2238494-8BB0-D525-FCC8-01944D1C723B}"/>
              </a:ext>
            </a:extLst>
          </p:cNvPr>
          <p:cNvSpPr txBox="1"/>
          <p:nvPr/>
        </p:nvSpPr>
        <p:spPr>
          <a:xfrm>
            <a:off x="2017643" y="5546035"/>
            <a:ext cx="1410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172.30.62.12</a:t>
            </a: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0FC3CD20-A2BE-130B-95D0-EA0506B2E50D}"/>
              </a:ext>
            </a:extLst>
          </p:cNvPr>
          <p:cNvSpPr txBox="1"/>
          <p:nvPr/>
        </p:nvSpPr>
        <p:spPr>
          <a:xfrm>
            <a:off x="3180522" y="5059017"/>
            <a:ext cx="1410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172.30.62.13</a:t>
            </a: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DE74EE4B-1FD1-B005-890B-6B5F33E64FCB}"/>
              </a:ext>
            </a:extLst>
          </p:cNvPr>
          <p:cNvSpPr txBox="1"/>
          <p:nvPr/>
        </p:nvSpPr>
        <p:spPr>
          <a:xfrm>
            <a:off x="10565296" y="785191"/>
            <a:ext cx="9829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VLAN 20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75594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CC826389CC49A4494497672731C309E" ma:contentTypeVersion="4" ma:contentTypeDescription="Create a new document." ma:contentTypeScope="" ma:versionID="4e7d0686e4e1e8ce6e75d95e05c5c385">
  <xsd:schema xmlns:xsd="http://www.w3.org/2001/XMLSchema" xmlns:xs="http://www.w3.org/2001/XMLSchema" xmlns:p="http://schemas.microsoft.com/office/2006/metadata/properties" xmlns:ns3="2ec9f592-4e33-46b1-a48f-690639c128c8" targetNamespace="http://schemas.microsoft.com/office/2006/metadata/properties" ma:root="true" ma:fieldsID="5a228e273144bc2968e8e8ea18892aae" ns3:_="">
    <xsd:import namespace="2ec9f592-4e33-46b1-a48f-690639c128c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ec9f592-4e33-46b1-a48f-690639c128c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A75F1A2-CCC1-417D-A8FF-AEEA59E3B331}">
  <ds:schemaRefs>
    <ds:schemaRef ds:uri="http://schemas.openxmlformats.org/package/2006/metadata/core-properties"/>
    <ds:schemaRef ds:uri="http://schemas.microsoft.com/office/2006/documentManagement/types"/>
    <ds:schemaRef ds:uri="http://purl.org/dc/dcmitype/"/>
    <ds:schemaRef ds:uri="http://purl.org/dc/terms/"/>
    <ds:schemaRef ds:uri="http://purl.org/dc/elements/1.1/"/>
    <ds:schemaRef ds:uri="2ec9f592-4e33-46b1-a48f-690639c128c8"/>
    <ds:schemaRef ds:uri="http://schemas.microsoft.com/office/2006/metadata/properties"/>
    <ds:schemaRef ds:uri="http://schemas.microsoft.com/office/infopath/2007/PartnerControl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61DD756E-BF23-4157-B36D-57434957225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185A0EC-AA99-4643-8CB6-57149979F2D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ec9f592-4e33-46b1-a48f-690639c128c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4179</TotalTime>
  <Words>67</Words>
  <Application>Microsoft Office PowerPoint</Application>
  <PresentationFormat>Widescreen</PresentationFormat>
  <Paragraphs>41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2013 - 2022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CM Moukangwe</dc:creator>
  <cp:lastModifiedBy>CM Moukangwe</cp:lastModifiedBy>
  <cp:revision>3</cp:revision>
  <dcterms:created xsi:type="dcterms:W3CDTF">2026-09-26T19:37:25Z</dcterms:created>
  <dcterms:modified xsi:type="dcterms:W3CDTF">2026-10-01T20:06:24Z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0x0101006CC826389CC49A4494497672731C309E</vt:lpwstr>
  </property>
</Properties>
</file>